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bold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penSans-bold.fntdata"/><Relationship Id="rId10" Type="http://schemas.openxmlformats.org/officeDocument/2006/relationships/font" Target="fonts/Inter-boldItalic.fntdata"/><Relationship Id="rId12" Type="http://schemas.openxmlformats.org/officeDocument/2006/relationships/font" Target="fonts/OpenSans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927175" y="30011223"/>
            <a:ext cx="13848535" cy="8128082"/>
            <a:chOff x="0" y="-47625"/>
            <a:chExt cx="1302166" cy="868357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15403300" y="30134829"/>
            <a:ext cx="12527629" cy="8004392"/>
            <a:chOff x="0" y="-314078"/>
            <a:chExt cx="8764870" cy="568534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3"/>
            <p:cNvSpPr txBox="1"/>
            <p:nvPr/>
          </p:nvSpPr>
          <p:spPr>
            <a:xfrm>
              <a:off x="1064599" y="235141"/>
              <a:ext cx="66357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76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-1" y="4065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Dashboard Interativo Cannoli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404768" y="5720587"/>
            <a:ext cx="24286200" cy="26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Esther Oliveira, Higor Fonseca, João Victor Santana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Eduardo Savino Gomes, Lucy Mari Tabuti, Maurício Lopes da Cunha, Rodnil da Silva Moreira Lisboa, Victor Bruno Alexander Rosetti de Quiroz</a:t>
            </a:r>
            <a:endParaRPr sz="476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5353293" y="17080764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01: Exemplo de Gráfico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5353293" y="24193090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15966982" y="31719842"/>
            <a:ext cx="11400000" cy="6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FECAP. Projeto Interdisciplinar - Dashboard de Indicadores Cannoli: Dashboard Web - Cannoli Foodtech. Ciência da Computação, 4º Semestre, 2026.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MCKINNEY, Wes. Python para Análise de Dados: tratamento de dados com Pandas, NumPy e Jupyter. São Paulo: Novatec, 2023.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SOMMERVILLE, Ian. Engenharia de Software. 10. ed. São Paulo: Pearson, 2019.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REACT. React Documentation. Disponível em: https://react.dev/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. Acesso em: 2026.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PANDAS. Pandas Documentation. Disponível em: https://pandas.pydata.org/docs/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. Acesso em: 2026.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RECHARTS. Recharts Documentation. Disponível em: https://recharts.org/</a:t>
            </a:r>
            <a:endParaRPr sz="18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latin typeface="Open Sans"/>
                <a:ea typeface="Open Sans"/>
                <a:cs typeface="Open Sans"/>
                <a:sym typeface="Open Sans"/>
              </a:rPr>
              <a:t>. Acesso em: 2026.</a:t>
            </a:r>
            <a:endParaRPr sz="13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595870" y="31719841"/>
            <a:ext cx="12562800" cy="6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React.js para desenvolvimento da interface web do dashboard;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Recharts para construção dos gráficos e visualizações;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Node.js e Express para criação da API e controle das rotas;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Python e Pandas para limpeza, tratamento, integração e análise dos dados;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CSV e JSON para ingestão, processamento e armazenamento analítico dos dados;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JWT, middlewares de autenticação e controle de perfis para segurança e permissões;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GitHub para versionamento e organização do projeto;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  <a:p>
            <a:pPr indent="-3956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30"/>
              <a:buFont typeface="Open Sans"/>
              <a:buChar char="●"/>
            </a:pPr>
            <a:r>
              <a:rPr lang="en-US" sz="2630">
                <a:latin typeface="Open Sans"/>
                <a:ea typeface="Open Sans"/>
                <a:cs typeface="Open Sans"/>
                <a:sym typeface="Open Sans"/>
              </a:rPr>
              <a:t>Polling/atualização periódica simulada para atualização dos dados do dashboard.</a:t>
            </a:r>
            <a:endParaRPr sz="26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595870" y="10749184"/>
            <a:ext cx="12562800" cy="8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Restaurantes parceiros da Cannoli geram diariamente dados sobre pedidos, clientes, campanhas, canais de venda, mensagens e faturamento. Porém, quando essas informações ficam dispersas em arquivos ou sistemas separados, a análise se torna lenta e pouco eficiente.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Sem um painel integrado, é mais difícil acompanhar indicadores como receita, ticket médio, recorrência, clientes ativos e conversão de campanhas. Isso prejudica a tomada de decisão e dificulta ações de engajamento e fidelização.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falta de filtros, gráficos comparativos e atualização periódica também limita a identificação rápida de quedas de desempenho e oportunidades de melhoria por restaurante ou canal.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570066" y="21212300"/>
            <a:ext cx="12562800" cy="7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Desenvolver um Dashboard Web para a Cannoli Foodtech, reunindo dados de pedidos, clientes, campanhas e restaurantes parceiros em uma única plataforma visual.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apresenta KPIs, gráficos, filtros globais, tabelas de apoio e atualização automática simulada, permitindo acompanhar desempenho por período, unidade, canal, campanha e categoria de produto. A solução apoia decisões estratégicas e operacionais voltadas à gestão, engajamento e fidelização de clientes, com foco em clareza visual e análise de dados.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TECNOLOGIA - 2026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15617555" y="10551993"/>
            <a:ext cx="11904300" cy="6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Foi desenvolvido um dashboard web para a Cannoli, reunindo em uma única interface indicadores de vendas, clientes, campanhas e desempenho operacional.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painel apresenta KPIs como receita, pedidos, ticket médio, recorrência, mensagens enviadas e pedidos convertidos.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Também contempla os indicadores exigidos: conversão por empresa, mensagens por campanha/empresa e faturamento por estabelecimento.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5714839" y="24845242"/>
            <a:ext cx="11652000" cy="56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possui gráficos de série temporal com comparação entre período atual e anterior, incluindo variação percentual.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Também foram implementados filtros globais por período, restaurante/unidade, canal, campanha e categoria de produto, além de drill-down dos KPIs, exportação CSV/PDF, segmentação de clientes, painel financeiro básico e recomendações baseadas em dados.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11920" y="17938352"/>
            <a:ext cx="11904301" cy="5605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